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7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23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28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43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2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5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56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04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72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37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62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50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D38F5-D58D-44B6-8E8D-46907A367B69}" type="datetimeFigureOut">
              <a:rPr lang="ru-RU" smtClean="0"/>
              <a:t>10.10.2017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AF921-13C6-4D1D-90C6-F5C6F05C08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40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80728"/>
            <a:ext cx="4104456" cy="288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014687"/>
            <a:ext cx="3888432" cy="28463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475656" y="54868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Optim32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292080" y="61139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OptimX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73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Экран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</dc:creator>
  <cp:lastModifiedBy>Серг</cp:lastModifiedBy>
  <cp:revision>1</cp:revision>
  <dcterms:created xsi:type="dcterms:W3CDTF">2017-10-10T15:42:00Z</dcterms:created>
  <dcterms:modified xsi:type="dcterms:W3CDTF">2017-10-10T15:45:02Z</dcterms:modified>
</cp:coreProperties>
</file>